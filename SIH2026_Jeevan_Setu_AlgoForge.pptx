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JEEVAN SETU (जीवन सेतु)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AI-Based Smart Logistics &amp; Accessibility Intelligence Platform for North Eastern Region (NER)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Problem Statement ID: 26002 | Category: Software Edition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Theme: Disaster Management &amp; Smart Logistics Infrastructure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Team: AlgoForge | Live Prototype: jsalgoforge.netlify.app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0A192F"/>
                </a:solidFill>
              </a:defRPr>
            </a:pPr>
            <a:r>
              <a:t>PROPOSED SOLUTION — JEEVAN SETU COMMAND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🏛️ 8-State Unified Command Center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Connects SDRF, BRO, MDoNER &amp; dispatchers across Assam, Meghalaya, Arunachal Pradesh, Sikkim, Manipur, Mizoram, Nagaland &amp; Tripura.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2578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🛰️ Sovereign Geospatial Integration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Real-time road accessibility overlaid with ISRO Bhuvan NRSC Indian Satellite and NASA Earthdata GIBS imagery.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2578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📵 Offline-First PWA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IndexedDB + Service Worker v10.0 enables zero-internet field reporting in Himalayan dead zones (Sela Pass, Haflong).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017520"/>
            <a:ext cx="52578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🚑 Smart Priority Supply Dispatch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Computes alternate routes during cloudbursts/landslides, prioritizing cold-chain vaccines, insulin &amp; fuel over standard cargo.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2578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🤖 Dual AI Engine Integration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Google Gemini AI Copilot for incident triage + Scikit-Learn Geotechnical Risk Model (Landslide Hazard &amp; Flood Vulnerability Index).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663440"/>
            <a:ext cx="52578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♿ Universal WCAG 2.1 AA Accessibility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100% WCAG AA compliant with keyboard shortcuts, high contrast, font scaling, and screen-reader announcer.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0A192F"/>
                </a:solidFill>
              </a:defRPr>
            </a:pPr>
            <a:r>
              <a:t>TECHNICAL APPROACH &amp; DATA 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SYSTEM ARCHITECTURE &amp; END-TO-END DATA FLOW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[Field Responders / Mobile PWA]</a:t>
            </a:r>
            <a:br/>
            <a:r>
              <a:t>  └─► Offline Queue (IndexedDB + Service Worker v10.0)</a:t>
            </a:r>
            <a:br/>
            <a:r>
              <a:t>        └─► Auto-Sync on Network Reconnect</a:t>
            </a:r>
            <a:br/>
            <a:r>
              <a:t>              └─► Dual AI Engine (Gemini AI Triage + Scikit-Learn LHI/FVI)</a:t>
            </a:r>
            <a:br/>
            <a:r>
              <a:t>                    └─► Open-Meteo &amp; ISRO Bhuvan Satellite APIs</a:t>
            </a:r>
            <a:br/>
            <a:r>
              <a:t>                          └─► OSRM Dynamic Rerouting Engine ──► [MDoNER 8-State Command Radar]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5257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🔹 Frontend &amp; PWA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HTML5, Tailwind CSS Engine, Vanilla JS, Service Worker v10.0, IndexedDB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657600"/>
            <a:ext cx="5257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🔹 GIS &amp; Mapping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Leaflet.js, OpenStreetMap, ISRO Bhuvan NRSC WMS, NASA Earthdata GIBS, Esri Satellite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5257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🔹 Live APIs &amp; AI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Open-Meteo Weather API, Nominatim Geocoding API, OSRM Driving Directions API, Google Gemini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5029200"/>
            <a:ext cx="52578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0A192F"/>
                </a:solidFill>
              </a:defRPr>
            </a:pPr>
            <a:r>
              <a:t>🔹 Working Prototype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Live Deployed Application: jsalgoforge.netlify.app | GitHub: github.com/pragyakatiyar73-cyber/Jeevan-setu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0A192F"/>
                </a:solidFill>
              </a:defRPr>
            </a:pPr>
            <a:r>
              <a:t>FEASIBILITY, VIABILITY &amp; RISK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⚡ Zero Infrastructure Overhead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Ultra-fast PWA runs on smartphones, tablets, or desktops with zero native installation requirements.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💰 ₹0 Software Subscription Cost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Keyless, open API architecture (Open-Meteo, Nominatim, OSRM, ISRO Bhuvan) saves millions in government software licensing fees.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📵 Cellular Outage Mitigation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Total network outage in mountain passes (Sela Pass, Haflong) handled via Service Worker + IndexedDB local offline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0A192F"/>
                </a:solidFill>
              </a:defRPr>
            </a:pPr>
            <a:r>
              <a:t>♿ Inclusivity &amp; Accessibility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WCAG 2.1 AA compliance ensures usability for field responders with varying digital literacy and visual impairments.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0A192F"/>
                </a:solidFill>
              </a:defRPr>
            </a:pPr>
            <a:r>
              <a:t>POTENTIAL IMPACT &amp; MEASURABLE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t>🎯 Target Audience &amp; Reach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1-click regional logistics visibility for MDoNER, NEC, SDRF/NDMA &amp; Border Roads Organisation (BRO).</a:t>
            </a:r>
            <a:br/>
            <a:r>
              <a:t>• Protects 45+ Million citizens across 8 North Eastern states from severe supply shortages during disaster isolations.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2578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t>🩺 Social Benefit: Zero Interruption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Zero mortality from vaccine, insulin, blood plasma, or medical supply interruptions during seasonal landslides &amp; cloudbursts.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52578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50" b="1">
                <a:solidFill>
                  <a:srgbClr val="F59E0B"/>
                </a:solidFill>
              </a:defRPr>
            </a:pPr>
            <a:r>
              <a:t>📉 Economic Savings: 35.4% Faster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35.4% reduction in transit delays; massive fuel savings, reduced vehicle breakdowns, and eliminated food spoilage.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49039"/>
            <a:ext cx="52578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350" b="1">
                <a:solidFill>
                  <a:srgbClr val="0A192F"/>
                </a:solidFill>
              </a:defRPr>
            </a:pPr>
            <a:r>
              <a:t>🌱 Environmental Impact: -24% CO2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AI dynamic rerouting avoids blocked mountain sectors, reducing unnecessary detour carbon emissions by 24%.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SMART INDIA HACKATHON 2026</a:t>
            </a:r>
          </a:p>
          <a:p>
            <a:pPr>
              <a:defRPr sz="2200" b="1">
                <a:solidFill>
                  <a:srgbClr val="0A192F"/>
                </a:solidFill>
              </a:defRPr>
            </a:pPr>
            <a:r>
              <a:t>RESEARCH, REFERENCES &amp; ARTIFACTS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🏛️ Government &amp; Nodal Ministry Publications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MDoNER — Annual Report on NER Infrastructure &amp; Connectivity (mdoner.gov.in)</a:t>
            </a:r>
            <a:br/>
            <a:r>
              <a:t>• NDMA — Guidelines for Management of Landslides in Himalayan Corridors (ndma.gov.in)</a:t>
            </a:r>
            <a:br/>
            <a:r>
              <a:t>• BRO — Infrastructure Project Vartak &amp; Beacon Logs (bro.gov.in)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10728655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🛰️ Geospatial Data Sources &amp; Satellite APIs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ISRO Bhuvan NRSC Web Map Service (bhuvan.nrsc.gov.in)</a:t>
            </a:r>
            <a:br/>
            <a:r>
              <a:t>• NASA GIBS — MODIS &amp; VIIRS Satellite Cloud/Rain Data (earthdata.nasa.gov)</a:t>
            </a:r>
            <a:br/>
            <a:r>
              <a:t>• Open-Meteo Weather API (open-meteo.com)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sz="1300" b="1">
                <a:solidFill>
                  <a:srgbClr val="0A192F"/>
                </a:solidFill>
              </a:defRPr>
            </a:pPr>
            <a:r>
              <a:t>🚀 Live Project Artifacts &amp; Standards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Live Working Prototype: https://jsalgoforge.netlify.app</a:t>
            </a:r>
            <a:br/>
            <a:r>
              <a:t>• Official GitHub Repository: https://github.com/pragyakatiyar73-cyber/Jeevan-setu</a:t>
            </a:r>
            <a:br/>
            <a:r>
              <a:t>• Accessibility Compliance: W3C WCAG 2.1 AA Specifications (w3.org/TR/WCAG21)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